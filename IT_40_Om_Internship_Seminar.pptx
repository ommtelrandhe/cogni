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38" r:id="rId1"/>
  </p:sldMasterIdLst>
  <p:sldIdLst>
    <p:sldId id="256" r:id="rId2"/>
    <p:sldId id="257" r:id="rId3"/>
    <p:sldId id="258" r:id="rId4"/>
    <p:sldId id="262" r:id="rId5"/>
    <p:sldId id="261" r:id="rId6"/>
    <p:sldId id="260" r:id="rId7"/>
  </p:sldIdLst>
  <p:sldSz cx="10058400" cy="7772400"/>
  <p:notesSz cx="10058400" cy="7772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078" autoAdjust="0"/>
  </p:normalViewPr>
  <p:slideViewPr>
    <p:cSldViewPr>
      <p:cViewPr varScale="1">
        <p:scale>
          <a:sx n="58" d="100"/>
          <a:sy n="58" d="100"/>
        </p:scale>
        <p:origin x="1352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9312" y="-9597"/>
            <a:ext cx="10086784" cy="7791593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43655" y="2725139"/>
            <a:ext cx="6409391" cy="1865809"/>
          </a:xfrm>
        </p:spPr>
        <p:txBody>
          <a:bodyPr anchor="b">
            <a:noAutofit/>
          </a:bodyPr>
          <a:lstStyle>
            <a:lvl1pPr algn="r">
              <a:defRPr sz="594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3655" y="4590946"/>
            <a:ext cx="6409391" cy="1243152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0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05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087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11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14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17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520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023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0133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8590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58" y="3060984"/>
            <a:ext cx="6982487" cy="2070125"/>
          </a:xfrm>
        </p:spPr>
        <p:txBody>
          <a:bodyPr anchor="b"/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58" y="5131108"/>
            <a:ext cx="6982487" cy="975120"/>
          </a:xfrm>
        </p:spPr>
        <p:txBody>
          <a:bodyPr anchor="t"/>
          <a:lstStyle>
            <a:lvl1pPr marL="0" indent="0" algn="l"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0292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7449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60" y="690880"/>
            <a:ext cx="6982485" cy="14969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561" y="2448668"/>
            <a:ext cx="3396920" cy="4398208"/>
          </a:xfrm>
        </p:spPr>
        <p:txBody>
          <a:bodyPr>
            <a:normAutofit/>
          </a:bodyPr>
          <a:lstStyle>
            <a:lvl1pPr>
              <a:defRPr sz="1980"/>
            </a:lvl1pPr>
            <a:lvl2pPr>
              <a:defRPr sz="1760"/>
            </a:lvl2pPr>
            <a:lvl3pPr>
              <a:defRPr sz="1540"/>
            </a:lvl3pPr>
            <a:lvl4pPr>
              <a:defRPr sz="1320"/>
            </a:lvl4pPr>
            <a:lvl5pPr>
              <a:defRPr sz="1320"/>
            </a:lvl5pPr>
            <a:lvl6pPr>
              <a:defRPr sz="1320"/>
            </a:lvl6pPr>
            <a:lvl7pPr>
              <a:defRPr sz="1320"/>
            </a:lvl7pPr>
            <a:lvl8pPr>
              <a:defRPr sz="1320"/>
            </a:lvl8pPr>
            <a:lvl9pPr>
              <a:defRPr sz="13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56124" y="2448669"/>
            <a:ext cx="3396921" cy="4398209"/>
          </a:xfrm>
        </p:spPr>
        <p:txBody>
          <a:bodyPr>
            <a:normAutofit/>
          </a:bodyPr>
          <a:lstStyle>
            <a:lvl1pPr>
              <a:defRPr sz="1980"/>
            </a:lvl1pPr>
            <a:lvl2pPr>
              <a:defRPr sz="1760"/>
            </a:lvl2pPr>
            <a:lvl3pPr>
              <a:defRPr sz="1540"/>
            </a:lvl3pPr>
            <a:lvl4pPr>
              <a:defRPr sz="1320"/>
            </a:lvl4pPr>
            <a:lvl5pPr>
              <a:defRPr sz="1320"/>
            </a:lvl5pPr>
            <a:lvl6pPr>
              <a:defRPr sz="1320"/>
            </a:lvl6pPr>
            <a:lvl7pPr>
              <a:defRPr sz="1320"/>
            </a:lvl7pPr>
            <a:lvl8pPr>
              <a:defRPr sz="1320"/>
            </a:lvl8pPr>
            <a:lvl9pPr>
              <a:defRPr sz="13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08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60" y="690880"/>
            <a:ext cx="6982484" cy="149690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59" y="2449114"/>
            <a:ext cx="3399739" cy="653097"/>
          </a:xfrm>
        </p:spPr>
        <p:txBody>
          <a:bodyPr anchor="b">
            <a:noAutofit/>
          </a:bodyPr>
          <a:lstStyle>
            <a:lvl1pPr marL="0" indent="0">
              <a:buNone/>
              <a:defRPr sz="2640" b="0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0559" y="3102213"/>
            <a:ext cx="3399739" cy="37446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53304" y="2449114"/>
            <a:ext cx="3399739" cy="653097"/>
          </a:xfrm>
        </p:spPr>
        <p:txBody>
          <a:bodyPr anchor="b">
            <a:noAutofit/>
          </a:bodyPr>
          <a:lstStyle>
            <a:lvl1pPr marL="0" indent="0">
              <a:buNone/>
              <a:defRPr sz="2640" b="0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53304" y="3102213"/>
            <a:ext cx="3399739" cy="37446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2448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59" y="690880"/>
            <a:ext cx="6982485" cy="14969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792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68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59" y="1698418"/>
            <a:ext cx="3069200" cy="1448928"/>
          </a:xfrm>
        </p:spPr>
        <p:txBody>
          <a:bodyPr anchor="b">
            <a:normAutofit/>
          </a:bodyPr>
          <a:lstStyle>
            <a:lvl1pPr>
              <a:defRPr sz="2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8403" y="583582"/>
            <a:ext cx="3724641" cy="626329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0559" y="3147346"/>
            <a:ext cx="3069200" cy="2929042"/>
          </a:xfrm>
        </p:spPr>
        <p:txBody>
          <a:bodyPr>
            <a:normAutofit/>
          </a:bodyPr>
          <a:lstStyle>
            <a:lvl1pPr marL="0" indent="0">
              <a:buNone/>
              <a:defRPr sz="1540"/>
            </a:lvl1pPr>
            <a:lvl2pPr marL="377190" indent="0">
              <a:buNone/>
              <a:defRPr sz="1155"/>
            </a:lvl2pPr>
            <a:lvl3pPr marL="754380" indent="0">
              <a:buNone/>
              <a:defRPr sz="990"/>
            </a:lvl3pPr>
            <a:lvl4pPr marL="1131570" indent="0">
              <a:buNone/>
              <a:defRPr sz="825"/>
            </a:lvl4pPr>
            <a:lvl5pPr marL="1508760" indent="0">
              <a:buNone/>
              <a:defRPr sz="825"/>
            </a:lvl5pPr>
            <a:lvl6pPr marL="1885950" indent="0">
              <a:buNone/>
              <a:defRPr sz="825"/>
            </a:lvl6pPr>
            <a:lvl7pPr marL="2263140" indent="0">
              <a:buNone/>
              <a:defRPr sz="825"/>
            </a:lvl7pPr>
            <a:lvl8pPr marL="2640330" indent="0">
              <a:buNone/>
              <a:defRPr sz="825"/>
            </a:lvl8pPr>
            <a:lvl9pPr marL="3017520" indent="0">
              <a:buNone/>
              <a:defRPr sz="8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0121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59" y="5440680"/>
            <a:ext cx="6982485" cy="642303"/>
          </a:xfrm>
        </p:spPr>
        <p:txBody>
          <a:bodyPr anchor="b">
            <a:normAutofit/>
          </a:bodyPr>
          <a:lstStyle>
            <a:lvl1pPr algn="l">
              <a:defRPr sz="264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0559" y="690880"/>
            <a:ext cx="6982485" cy="4358480"/>
          </a:xfrm>
        </p:spPr>
        <p:txBody>
          <a:bodyPr anchor="t">
            <a:normAutofit/>
          </a:bodyPr>
          <a:lstStyle>
            <a:lvl1pPr marL="0" indent="0" algn="ctr">
              <a:buNone/>
              <a:defRPr sz="1760"/>
            </a:lvl1pPr>
            <a:lvl2pPr marL="502920" indent="0">
              <a:buNone/>
              <a:defRPr sz="1760"/>
            </a:lvl2pPr>
            <a:lvl3pPr marL="1005840" indent="0">
              <a:buNone/>
              <a:defRPr sz="1760"/>
            </a:lvl3pPr>
            <a:lvl4pPr marL="1508760" indent="0">
              <a:buNone/>
              <a:defRPr sz="1760"/>
            </a:lvl4pPr>
            <a:lvl5pPr marL="2011680" indent="0">
              <a:buNone/>
              <a:defRPr sz="1760"/>
            </a:lvl5pPr>
            <a:lvl6pPr marL="2514600" indent="0">
              <a:buNone/>
              <a:defRPr sz="1760"/>
            </a:lvl6pPr>
            <a:lvl7pPr marL="3017520" indent="0">
              <a:buNone/>
              <a:defRPr sz="1760"/>
            </a:lvl7pPr>
            <a:lvl8pPr marL="3520440" indent="0">
              <a:buNone/>
              <a:defRPr sz="1760"/>
            </a:lvl8pPr>
            <a:lvl9pPr marL="4023360" indent="0">
              <a:buNone/>
              <a:defRPr sz="17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0559" y="6082983"/>
            <a:ext cx="6982485" cy="763894"/>
          </a:xfrm>
        </p:spPr>
        <p:txBody>
          <a:bodyPr>
            <a:normAutofit/>
          </a:bodyPr>
          <a:lstStyle>
            <a:lvl1pPr marL="0" indent="0">
              <a:buNone/>
              <a:defRPr sz="1320"/>
            </a:lvl1pPr>
            <a:lvl2pPr marL="502920" indent="0">
              <a:buNone/>
              <a:defRPr sz="1320"/>
            </a:lvl2pPr>
            <a:lvl3pPr marL="1005840" indent="0">
              <a:buNone/>
              <a:defRPr sz="1100"/>
            </a:lvl3pPr>
            <a:lvl4pPr marL="1508760" indent="0">
              <a:buNone/>
              <a:defRPr sz="990"/>
            </a:lvl4pPr>
            <a:lvl5pPr marL="2011680" indent="0">
              <a:buNone/>
              <a:defRPr sz="990"/>
            </a:lvl5pPr>
            <a:lvl6pPr marL="2514600" indent="0">
              <a:buNone/>
              <a:defRPr sz="990"/>
            </a:lvl6pPr>
            <a:lvl7pPr marL="3017520" indent="0">
              <a:buNone/>
              <a:defRPr sz="990"/>
            </a:lvl7pPr>
            <a:lvl8pPr marL="3520440" indent="0">
              <a:buNone/>
              <a:defRPr sz="990"/>
            </a:lvl8pPr>
            <a:lvl9pPr marL="4023360" indent="0">
              <a:buNone/>
              <a:defRPr sz="99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4771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60" y="690880"/>
            <a:ext cx="6982485" cy="3857413"/>
          </a:xfrm>
        </p:spPr>
        <p:txBody>
          <a:bodyPr anchor="ctr">
            <a:normAutofit/>
          </a:bodyPr>
          <a:lstStyle>
            <a:lvl1pPr algn="l">
              <a:defRPr sz="484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60" y="5066453"/>
            <a:ext cx="6982485" cy="1780424"/>
          </a:xfrm>
        </p:spPr>
        <p:txBody>
          <a:bodyPr anchor="ctr">
            <a:normAutofit/>
          </a:bodyPr>
          <a:lstStyle>
            <a:lvl1pPr marL="0" indent="0" algn="l">
              <a:buNone/>
              <a:defRPr sz="198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292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3570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374" y="690880"/>
            <a:ext cx="6679400" cy="3425613"/>
          </a:xfrm>
        </p:spPr>
        <p:txBody>
          <a:bodyPr anchor="ctr">
            <a:normAutofit/>
          </a:bodyPr>
          <a:lstStyle>
            <a:lvl1pPr algn="l">
              <a:defRPr sz="484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11182" y="4116493"/>
            <a:ext cx="5961784" cy="4318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76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02920" indent="0">
              <a:buFontTx/>
              <a:buNone/>
              <a:defRPr/>
            </a:lvl2pPr>
            <a:lvl3pPr marL="1005840" indent="0">
              <a:buFontTx/>
              <a:buNone/>
              <a:defRPr/>
            </a:lvl3pPr>
            <a:lvl4pPr marL="1508760" indent="0">
              <a:buFontTx/>
              <a:buNone/>
              <a:defRPr/>
            </a:lvl4pPr>
            <a:lvl5pPr marL="201168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58" y="5066453"/>
            <a:ext cx="6982487" cy="1780424"/>
          </a:xfrm>
        </p:spPr>
        <p:txBody>
          <a:bodyPr anchor="ctr">
            <a:normAutofit/>
          </a:bodyPr>
          <a:lstStyle>
            <a:lvl1pPr marL="0" indent="0" algn="l">
              <a:buNone/>
              <a:defRPr sz="198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292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30983" y="895762"/>
            <a:ext cx="503051" cy="662746"/>
          </a:xfrm>
          <a:prstGeom prst="rect">
            <a:avLst/>
          </a:prstGeom>
        </p:spPr>
        <p:txBody>
          <a:bodyPr vert="horz" lIns="100584" tIns="50292" rIns="100584" bIns="50292" rtlCol="0" anchor="ctr">
            <a:noAutofit/>
          </a:bodyPr>
          <a:lstStyle/>
          <a:p>
            <a:pPr lvl="0"/>
            <a:r>
              <a:rPr lang="en-US" sz="88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2469" y="3271430"/>
            <a:ext cx="503051" cy="662746"/>
          </a:xfrm>
          <a:prstGeom prst="rect">
            <a:avLst/>
          </a:prstGeom>
        </p:spPr>
        <p:txBody>
          <a:bodyPr vert="horz" lIns="100584" tIns="50292" rIns="100584" bIns="50292" rtlCol="0" anchor="ctr">
            <a:noAutofit/>
          </a:bodyPr>
          <a:lstStyle/>
          <a:p>
            <a:pPr lvl="0"/>
            <a:r>
              <a:rPr lang="en-US" sz="88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767879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0558" y="2189587"/>
            <a:ext cx="6982487" cy="2941521"/>
          </a:xfrm>
        </p:spPr>
        <p:txBody>
          <a:bodyPr anchor="b">
            <a:normAutofit/>
          </a:bodyPr>
          <a:lstStyle>
            <a:lvl1pPr algn="l">
              <a:defRPr sz="484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58" y="5131108"/>
            <a:ext cx="6982487" cy="1715769"/>
          </a:xfrm>
        </p:spPr>
        <p:txBody>
          <a:bodyPr anchor="t">
            <a:normAutofit/>
          </a:bodyPr>
          <a:lstStyle>
            <a:lvl1pPr marL="0" indent="0" algn="l">
              <a:buNone/>
              <a:defRPr sz="198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292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32628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374" y="690880"/>
            <a:ext cx="6679400" cy="3425613"/>
          </a:xfrm>
        </p:spPr>
        <p:txBody>
          <a:bodyPr anchor="ctr">
            <a:normAutofit/>
          </a:bodyPr>
          <a:lstStyle>
            <a:lvl1pPr algn="l">
              <a:defRPr sz="484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0557" y="4548294"/>
            <a:ext cx="6982488" cy="582814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6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02920" indent="0">
              <a:buFontTx/>
              <a:buNone/>
              <a:defRPr/>
            </a:lvl2pPr>
            <a:lvl3pPr marL="1005840" indent="0">
              <a:buFontTx/>
              <a:buNone/>
              <a:defRPr/>
            </a:lvl3pPr>
            <a:lvl4pPr marL="1508760" indent="0">
              <a:buFontTx/>
              <a:buNone/>
              <a:defRPr/>
            </a:lvl4pPr>
            <a:lvl5pPr marL="201168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58" y="5131108"/>
            <a:ext cx="6982487" cy="1715769"/>
          </a:xfrm>
        </p:spPr>
        <p:txBody>
          <a:bodyPr anchor="t">
            <a:normAutofit/>
          </a:bodyPr>
          <a:lstStyle>
            <a:lvl1pPr marL="0" indent="0" algn="l">
              <a:buNone/>
              <a:defRPr sz="198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0292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30983" y="895762"/>
            <a:ext cx="503051" cy="662746"/>
          </a:xfrm>
          <a:prstGeom prst="rect">
            <a:avLst/>
          </a:prstGeom>
        </p:spPr>
        <p:txBody>
          <a:bodyPr vert="horz" lIns="100584" tIns="50292" rIns="100584" bIns="50292" rtlCol="0" anchor="ctr">
            <a:noAutofit/>
          </a:bodyPr>
          <a:lstStyle/>
          <a:p>
            <a:pPr lvl="0"/>
            <a:r>
              <a:rPr lang="en-US" sz="88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2469" y="3271430"/>
            <a:ext cx="503051" cy="662746"/>
          </a:xfrm>
          <a:prstGeom prst="rect">
            <a:avLst/>
          </a:prstGeom>
        </p:spPr>
        <p:txBody>
          <a:bodyPr vert="horz" lIns="100584" tIns="50292" rIns="100584" bIns="50292" rtlCol="0" anchor="ctr">
            <a:noAutofit/>
          </a:bodyPr>
          <a:lstStyle/>
          <a:p>
            <a:pPr lvl="0"/>
            <a:r>
              <a:rPr lang="en-US" sz="88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76419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433" y="690880"/>
            <a:ext cx="6975612" cy="3425613"/>
          </a:xfrm>
        </p:spPr>
        <p:txBody>
          <a:bodyPr anchor="ctr">
            <a:normAutofit/>
          </a:bodyPr>
          <a:lstStyle>
            <a:lvl1pPr algn="l">
              <a:defRPr sz="484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0557" y="4548294"/>
            <a:ext cx="6982488" cy="582814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640">
                <a:solidFill>
                  <a:schemeClr val="accent1"/>
                </a:solidFill>
              </a:defRPr>
            </a:lvl1pPr>
            <a:lvl2pPr marL="502920" indent="0">
              <a:buFontTx/>
              <a:buNone/>
              <a:defRPr/>
            </a:lvl2pPr>
            <a:lvl3pPr marL="1005840" indent="0">
              <a:buFontTx/>
              <a:buNone/>
              <a:defRPr/>
            </a:lvl3pPr>
            <a:lvl4pPr marL="1508760" indent="0">
              <a:buFontTx/>
              <a:buNone/>
              <a:defRPr/>
            </a:lvl4pPr>
            <a:lvl5pPr marL="201168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58" y="5131108"/>
            <a:ext cx="6982487" cy="1715769"/>
          </a:xfrm>
        </p:spPr>
        <p:txBody>
          <a:bodyPr anchor="t">
            <a:normAutofit/>
          </a:bodyPr>
          <a:lstStyle>
            <a:lvl1pPr marL="0" indent="0" algn="l">
              <a:buNone/>
              <a:defRPr sz="198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0292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5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4265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802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75043" y="690881"/>
            <a:ext cx="1076693" cy="5951644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559" y="690881"/>
            <a:ext cx="5714529" cy="5951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3429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9313" y="-9597"/>
            <a:ext cx="10086786" cy="7791593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560" y="690880"/>
            <a:ext cx="6982484" cy="14969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59" y="2448669"/>
            <a:ext cx="6982485" cy="43982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45784" y="6846879"/>
            <a:ext cx="752545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0560" y="6846879"/>
            <a:ext cx="508527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89144" y="6846879"/>
            <a:ext cx="563902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0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5656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</p:sldLayoutIdLst>
  <p:txStyles>
    <p:titleStyle>
      <a:lvl1pPr algn="l" defTabSz="502920" rtl="0" eaLnBrk="1" latinLnBrk="0" hangingPunct="1">
        <a:spcBef>
          <a:spcPct val="0"/>
        </a:spcBef>
        <a:buNone/>
        <a:defRPr sz="396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77190" indent="-37719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9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817245" indent="-314325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7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257300" indent="-25146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760220" indent="-25146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263140" indent="-25146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766060" indent="-25146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3268980" indent="-25146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771900" indent="-25146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4274820" indent="-251460" algn="l" defTabSz="502920" rtl="0" eaLnBrk="1" latinLnBrk="0" hangingPunct="1">
        <a:spcBef>
          <a:spcPts val="11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50292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914401" y="2307391"/>
            <a:ext cx="7696200" cy="43982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5400" marR="3127375" algn="just">
              <a:lnSpc>
                <a:spcPct val="15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Name:</a:t>
            </a:r>
            <a:r>
              <a:rPr lang="en-US" sz="2000" b="1" spc="-1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</a:t>
            </a:r>
            <a:r>
              <a:rPr lang="en-US" sz="2000" spc="-4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spc="-1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Telrandhe</a:t>
            </a:r>
          </a:p>
          <a:p>
            <a:pPr marL="25400" marR="3127375" algn="just">
              <a:lnSpc>
                <a:spcPct val="15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2000" spc="-1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Branch/Sem:</a:t>
            </a:r>
            <a:r>
              <a:rPr lang="en-US" sz="2000" b="1" spc="-2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lang="en-US" sz="2000" spc="-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sz="2000" baseline="2592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2000" spc="315" baseline="2592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spc="-2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 </a:t>
            </a:r>
          </a:p>
          <a:p>
            <a:pPr marL="25400" marR="3127375" algn="just">
              <a:lnSpc>
                <a:spcPct val="15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Roll</a:t>
            </a:r>
            <a:r>
              <a:rPr lang="en-US" sz="2000" b="1" spc="-1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No.: </a:t>
            </a:r>
            <a:r>
              <a:rPr lang="en-US" sz="2000" spc="-2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400" marR="17780" algn="just">
              <a:lnSpc>
                <a:spcPct val="15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College:</a:t>
            </a:r>
            <a:r>
              <a:rPr lang="en-US" sz="2000" b="1" spc="-5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Shri</a:t>
            </a:r>
            <a:r>
              <a:rPr lang="en-US" sz="2000" spc="-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Ramdeobaba</a:t>
            </a:r>
            <a:r>
              <a:rPr lang="en-US" sz="2000" spc="-1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College</a:t>
            </a:r>
            <a:r>
              <a:rPr lang="en-US" sz="2000" spc="-6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en-US" sz="2000" spc="1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spc="-1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Engineering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2000" spc="-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spc="-1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Management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400" algn="just">
              <a:lnSpc>
                <a:spcPct val="15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Guide: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Prof.</a:t>
            </a:r>
            <a:r>
              <a:rPr lang="en-US" sz="2000" spc="1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Deepali</a:t>
            </a:r>
            <a:r>
              <a:rPr lang="en-US" sz="2000" spc="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spc="-1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Khatwar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400" algn="just">
              <a:lnSpc>
                <a:spcPct val="15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Company:</a:t>
            </a:r>
            <a:r>
              <a:rPr lang="en-US" sz="2000" b="1" spc="15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spc="-1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Cognizant</a:t>
            </a:r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702564" cy="7772400"/>
          </a:xfrm>
          <a:prstGeom prst="rect">
            <a:avLst/>
          </a:prstGeom>
        </p:spPr>
      </p:pic>
      <p:sp>
        <p:nvSpPr>
          <p:cNvPr id="7" name="object 3" descr="$PPTXTitle">
            <a:extLst>
              <a:ext uri="{FF2B5EF4-FFF2-40B4-BE49-F238E27FC236}">
                <a16:creationId xmlns:a16="http://schemas.microsoft.com/office/drawing/2014/main" id="{606D71AB-BB94-CCFC-11AD-8DE77D1EFA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5400" y="838200"/>
            <a:ext cx="5904865" cy="629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806450" algn="ctr">
              <a:lnSpc>
                <a:spcPct val="100000"/>
              </a:lnSpc>
              <a:spcBef>
                <a:spcPts val="110"/>
              </a:spcBef>
            </a:pPr>
            <a:r>
              <a:rPr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Industry</a:t>
            </a:r>
            <a:r>
              <a:rPr sz="4000" b="1" spc="-4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b="1" spc="-1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70560" y="690880"/>
            <a:ext cx="6982484" cy="689710"/>
          </a:xfrm>
          <a:prstGeom prst="rect">
            <a:avLst/>
          </a:prstGeom>
        </p:spPr>
        <p:txBody>
          <a:bodyPr vert="horz" wrap="square" lIns="0" tIns="79536" rIns="0" bIns="0" rtlCol="0">
            <a:spAutoFit/>
          </a:bodyPr>
          <a:lstStyle/>
          <a:p>
            <a:pPr marL="533400" algn="ctr">
              <a:lnSpc>
                <a:spcPct val="100000"/>
              </a:lnSpc>
              <a:spcBef>
                <a:spcPts val="110"/>
              </a:spcBef>
            </a:pPr>
            <a:r>
              <a:rPr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</a:t>
            </a:r>
            <a:r>
              <a:rPr sz="4000" b="1" spc="-1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Cognizant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838200" y="2115243"/>
            <a:ext cx="6858000" cy="36636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0525" marR="653415" indent="-378460">
              <a:lnSpc>
                <a:spcPct val="150000"/>
              </a:lnSpc>
              <a:spcBef>
                <a:spcPts val="100"/>
              </a:spcBef>
              <a:buFont typeface="Arial MT"/>
              <a:buChar char="•"/>
              <a:tabLst>
                <a:tab pos="390525" algn="l"/>
              </a:tabLst>
            </a:pPr>
            <a:r>
              <a:rPr sz="2000" b="1" dirty="0">
                <a:latin typeface="Times New Roman"/>
                <a:cs typeface="Times New Roman"/>
              </a:rPr>
              <a:t>Identity:</a:t>
            </a:r>
            <a:r>
              <a:rPr sz="2000" b="1" spc="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US-based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multinational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IT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services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and </a:t>
            </a:r>
            <a:r>
              <a:rPr sz="2000" dirty="0">
                <a:latin typeface="Times New Roman"/>
                <a:cs typeface="Times New Roman"/>
              </a:rPr>
              <a:t>consulting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leader.</a:t>
            </a:r>
            <a:endParaRPr sz="2000" dirty="0">
              <a:latin typeface="Times New Roman"/>
              <a:cs typeface="Times New Roman"/>
            </a:endParaRPr>
          </a:p>
          <a:p>
            <a:pPr marL="390525" marR="845819" indent="-378460">
              <a:lnSpc>
                <a:spcPct val="150000"/>
              </a:lnSpc>
              <a:buFont typeface="Arial MT"/>
              <a:buChar char="•"/>
              <a:tabLst>
                <a:tab pos="390525" algn="l"/>
              </a:tabLst>
            </a:pPr>
            <a:r>
              <a:rPr sz="2000" b="1" dirty="0">
                <a:latin typeface="Times New Roman"/>
                <a:cs typeface="Times New Roman"/>
              </a:rPr>
              <a:t>Focus:</a:t>
            </a:r>
            <a:r>
              <a:rPr sz="2000" b="1" spc="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Digital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engineering,</a:t>
            </a:r>
            <a:r>
              <a:rPr sz="2000" spc="-1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AI/Data,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and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Cloud modernization.</a:t>
            </a:r>
            <a:endParaRPr sz="2000" dirty="0">
              <a:latin typeface="Times New Roman"/>
              <a:cs typeface="Times New Roman"/>
            </a:endParaRPr>
          </a:p>
          <a:p>
            <a:pPr marL="390525" marR="619125" indent="-378460">
              <a:lnSpc>
                <a:spcPct val="150000"/>
              </a:lnSpc>
              <a:spcBef>
                <a:spcPts val="95"/>
              </a:spcBef>
              <a:buFont typeface="Arial MT"/>
              <a:buChar char="•"/>
              <a:tabLst>
                <a:tab pos="390525" algn="l"/>
              </a:tabLst>
            </a:pPr>
            <a:r>
              <a:rPr sz="2000" b="1" dirty="0">
                <a:latin typeface="Times New Roman"/>
                <a:cs typeface="Times New Roman"/>
              </a:rPr>
              <a:t>Goal: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Engineering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modern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businesses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improve </a:t>
            </a:r>
            <a:r>
              <a:rPr sz="2000" dirty="0">
                <a:latin typeface="Times New Roman"/>
                <a:cs typeface="Times New Roman"/>
              </a:rPr>
              <a:t>everyday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life.</a:t>
            </a:r>
            <a:endParaRPr sz="2000" dirty="0">
              <a:latin typeface="Times New Roman"/>
              <a:cs typeface="Times New Roman"/>
            </a:endParaRPr>
          </a:p>
          <a:p>
            <a:pPr marL="390525" marR="5080" indent="-378460">
              <a:lnSpc>
                <a:spcPct val="150000"/>
              </a:lnSpc>
              <a:spcBef>
                <a:spcPts val="5"/>
              </a:spcBef>
              <a:buFont typeface="Arial MT"/>
              <a:buChar char="•"/>
              <a:tabLst>
                <a:tab pos="390525" algn="l"/>
              </a:tabLst>
            </a:pPr>
            <a:r>
              <a:rPr sz="2000" b="1" spc="-20" dirty="0">
                <a:latin typeface="Times New Roman"/>
                <a:cs typeface="Times New Roman"/>
              </a:rPr>
              <a:t>Values:</a:t>
            </a:r>
            <a:r>
              <a:rPr sz="2000" b="1" spc="-45" dirty="0">
                <a:latin typeface="Times New Roman"/>
                <a:cs typeface="Times New Roman"/>
              </a:rPr>
              <a:t> </a:t>
            </a:r>
            <a:r>
              <a:rPr sz="2000" i="1" spc="-30" dirty="0">
                <a:latin typeface="Times New Roman"/>
                <a:cs typeface="Times New Roman"/>
              </a:rPr>
              <a:t>Work</a:t>
            </a:r>
            <a:r>
              <a:rPr sz="2000" i="1" spc="-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as</a:t>
            </a:r>
            <a:r>
              <a:rPr sz="2000" i="1" spc="-4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One</a:t>
            </a:r>
            <a:r>
              <a:rPr sz="2000" dirty="0">
                <a:latin typeface="Times New Roman"/>
                <a:cs typeface="Times New Roman"/>
              </a:rPr>
              <a:t>,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Raise</a:t>
            </a:r>
            <a:r>
              <a:rPr sz="2000" i="1" spc="-5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the</a:t>
            </a:r>
            <a:r>
              <a:rPr sz="2000" i="1" spc="-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Bar</a:t>
            </a:r>
            <a:r>
              <a:rPr sz="2000" dirty="0">
                <a:latin typeface="Times New Roman"/>
                <a:cs typeface="Times New Roman"/>
              </a:rPr>
              <a:t>,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Dare</a:t>
            </a:r>
            <a:r>
              <a:rPr sz="2000" i="1" spc="-5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to</a:t>
            </a:r>
            <a:r>
              <a:rPr sz="2000" i="1" spc="-25" dirty="0">
                <a:latin typeface="Times New Roman"/>
                <a:cs typeface="Times New Roman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Innovate</a:t>
            </a:r>
            <a:r>
              <a:rPr sz="2000" spc="-10" dirty="0">
                <a:latin typeface="Times New Roman"/>
                <a:cs typeface="Times New Roman"/>
              </a:rPr>
              <a:t>, </a:t>
            </a:r>
            <a:r>
              <a:rPr sz="2000" i="1" dirty="0">
                <a:latin typeface="Times New Roman"/>
                <a:cs typeface="Times New Roman"/>
              </a:rPr>
              <a:t>Do</a:t>
            </a:r>
            <a:r>
              <a:rPr sz="2000" i="1" spc="1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the</a:t>
            </a:r>
            <a:r>
              <a:rPr sz="2000" i="1" spc="-2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Right</a:t>
            </a:r>
            <a:r>
              <a:rPr sz="2000" i="1" spc="-25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Thing</a:t>
            </a:r>
            <a:r>
              <a:rPr sz="2000" dirty="0">
                <a:latin typeface="Times New Roman"/>
                <a:cs typeface="Times New Roman"/>
              </a:rPr>
              <a:t>,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and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i="1" dirty="0">
                <a:latin typeface="Times New Roman"/>
                <a:cs typeface="Times New Roman"/>
              </a:rPr>
              <a:t>Own</a:t>
            </a:r>
            <a:r>
              <a:rPr sz="2000" i="1" spc="-5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It</a:t>
            </a:r>
            <a:r>
              <a:rPr sz="2000" spc="-25" dirty="0">
                <a:latin typeface="Times New Roman"/>
                <a:cs typeface="Times New Roman"/>
              </a:rPr>
              <a:t>.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363211"/>
            <a:ext cx="374904" cy="2353055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70560" y="690880"/>
            <a:ext cx="6982484" cy="745006"/>
          </a:xfrm>
          <a:prstGeom prst="rect">
            <a:avLst/>
          </a:prstGeom>
        </p:spPr>
        <p:txBody>
          <a:bodyPr vert="horz" wrap="square" lIns="0" tIns="134297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</a:t>
            </a:r>
            <a:r>
              <a:rPr sz="4000" b="1" spc="-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b="1" spc="-1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5584B-251D-9753-AEE5-7B09E7A4EC4E}"/>
              </a:ext>
            </a:extLst>
          </p:cNvPr>
          <p:cNvSpPr txBox="1"/>
          <p:nvPr/>
        </p:nvSpPr>
        <p:spPr>
          <a:xfrm>
            <a:off x="746760" y="2351544"/>
            <a:ext cx="755904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Internship Duration: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24/02/2026 – 04/06/2026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Location: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Chennai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Domain: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SAP – MDG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 Stack: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SQL, PL-SQL, Oracle Database, SAP,  ERP,</a:t>
            </a:r>
          </a:p>
          <a:p>
            <a:pPr>
              <a:lnSpc>
                <a:spcPct val="150000"/>
              </a:lnSpc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ABAP, SAP-MDG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0AFCBA-917A-44FF-90B5-EF80688E9B3C}"/>
              </a:ext>
            </a:extLst>
          </p:cNvPr>
          <p:cNvSpPr/>
          <p:nvPr/>
        </p:nvSpPr>
        <p:spPr>
          <a:xfrm>
            <a:off x="762000" y="4735417"/>
            <a:ext cx="3616158" cy="243840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0B6409-90B1-CEB6-CEA6-841569B27DD8}"/>
              </a:ext>
            </a:extLst>
          </p:cNvPr>
          <p:cNvSpPr/>
          <p:nvPr/>
        </p:nvSpPr>
        <p:spPr>
          <a:xfrm>
            <a:off x="4800600" y="3048000"/>
            <a:ext cx="3657600" cy="236220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A8DE970-0377-C2BD-2EE7-65212452B97B}"/>
              </a:ext>
            </a:extLst>
          </p:cNvPr>
          <p:cNvSpPr/>
          <p:nvPr/>
        </p:nvSpPr>
        <p:spPr>
          <a:xfrm>
            <a:off x="838200" y="1371600"/>
            <a:ext cx="3581400" cy="218325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427427-DC5F-A7F4-9EA4-501E172841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04" y="381000"/>
            <a:ext cx="6409391" cy="765707"/>
          </a:xfrm>
        </p:spPr>
        <p:txBody>
          <a:bodyPr/>
          <a:lstStyle/>
          <a:p>
            <a:pPr algn="ctr"/>
            <a:r>
              <a:rPr lang="en-IN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Phases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9C228C-2F58-2C12-6916-8D7A11B862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1524000"/>
            <a:ext cx="3581400" cy="1905000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en-I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1</a:t>
            </a:r>
          </a:p>
          <a:p>
            <a:pPr algn="ctr"/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(24 FEB –  24 MAR)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PL-SQL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Stage 1 – Assessment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31FA94D-22F6-1041-AB10-65253E7E702F}"/>
              </a:ext>
            </a:extLst>
          </p:cNvPr>
          <p:cNvSpPr txBox="1">
            <a:spLocks/>
          </p:cNvSpPr>
          <p:nvPr/>
        </p:nvSpPr>
        <p:spPr>
          <a:xfrm>
            <a:off x="4953000" y="3124200"/>
            <a:ext cx="3429000" cy="2209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98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0292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76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0584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54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1168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01752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52044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02336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2</a:t>
            </a:r>
          </a:p>
          <a:p>
            <a:pPr algn="ctr"/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(25 MAR – 16 APR)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SAP/ERP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ABAP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Interim Evaluation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46554B5-E36C-BAB1-5B10-726523CD94B5}"/>
              </a:ext>
            </a:extLst>
          </p:cNvPr>
          <p:cNvSpPr txBox="1">
            <a:spLocks/>
          </p:cNvSpPr>
          <p:nvPr/>
        </p:nvSpPr>
        <p:spPr>
          <a:xfrm>
            <a:off x="914400" y="4800600"/>
            <a:ext cx="3581400" cy="23622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98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0292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76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0584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54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1168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01752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52044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023360" indent="0" algn="ctr" defTabSz="502920" rtl="0" eaLnBrk="1" latinLnBrk="0" hangingPunct="1"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3</a:t>
            </a:r>
          </a:p>
          <a:p>
            <a:pPr algn="ctr"/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(17 APR –  04 JUN)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19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Final Evaluation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33FBE089-BDAD-AC02-0CDB-4B9F65C35250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4419600" y="2322028"/>
            <a:ext cx="2209800" cy="72597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2C1884CA-FD08-56B6-9823-5EE406B76EA3}"/>
              </a:ext>
            </a:extLst>
          </p:cNvPr>
          <p:cNvCxnSpPr>
            <a:cxnSpLocks/>
          </p:cNvCxnSpPr>
          <p:nvPr/>
        </p:nvCxnSpPr>
        <p:spPr>
          <a:xfrm rot="5400000">
            <a:off x="5123414" y="4676976"/>
            <a:ext cx="802171" cy="2268619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25362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 descr="$PPTXTitle">
            <a:extLst>
              <a:ext uri="{FF2B5EF4-FFF2-40B4-BE49-F238E27FC236}">
                <a16:creationId xmlns:a16="http://schemas.microsoft.com/office/drawing/2014/main" id="{F598C876-669B-71A0-7BD4-A1A36E6357AF}"/>
              </a:ext>
            </a:extLst>
          </p:cNvPr>
          <p:cNvSpPr txBox="1">
            <a:spLocks/>
          </p:cNvSpPr>
          <p:nvPr/>
        </p:nvSpPr>
        <p:spPr>
          <a:xfrm>
            <a:off x="76200" y="391838"/>
            <a:ext cx="8763000" cy="751162"/>
          </a:xfrm>
          <a:prstGeom prst="rect">
            <a:avLst/>
          </a:prstGeom>
        </p:spPr>
        <p:txBody>
          <a:bodyPr vert="horz" wrap="square" lIns="0" tIns="134297" rIns="0" bIns="0" rtlCol="0" anchor="b">
            <a:spAutoFit/>
          </a:bodyPr>
          <a:lstStyle>
            <a:lvl1pPr algn="r" defTabSz="502920" rtl="0" eaLnBrk="1" latinLnBrk="0" hangingPunct="1">
              <a:spcBef>
                <a:spcPct val="0"/>
              </a:spcBef>
              <a:buNone/>
              <a:defRPr sz="594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12700" algn="ctr">
              <a:spcBef>
                <a:spcPts val="110"/>
              </a:spcBef>
            </a:pPr>
            <a:r>
              <a:rPr lang="en-IN" sz="4000" b="1" spc="-1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084647-A839-302A-CA6F-F413BA864CFC}"/>
              </a:ext>
            </a:extLst>
          </p:cNvPr>
          <p:cNvSpPr txBox="1"/>
          <p:nvPr/>
        </p:nvSpPr>
        <p:spPr>
          <a:xfrm>
            <a:off x="1676400" y="2408367"/>
            <a:ext cx="6400800" cy="2930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Progress</a:t>
            </a:r>
          </a:p>
          <a:p>
            <a:endParaRPr lang="en-IN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1 &amp; 2 (Completed)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Skills Gained: SQL, PLSQL, ERP-SAP, ABAP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1 Assessment (Completed)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Interim Evaluation (Completed)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3 – MDG (In Progress)</a:t>
            </a:r>
          </a:p>
        </p:txBody>
      </p:sp>
    </p:spTree>
    <p:extLst>
      <p:ext uri="{BB962C8B-B14F-4D97-AF65-F5344CB8AC3E}">
        <p14:creationId xmlns:p14="http://schemas.microsoft.com/office/powerpoint/2010/main" val="187288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684927" y="2861407"/>
            <a:ext cx="4401673" cy="1129796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7250" b="1" dirty="0">
                <a:solidFill>
                  <a:schemeClr val="tx1"/>
                </a:solidFill>
                <a:latin typeface="Times New Roman"/>
                <a:cs typeface="Times New Roman"/>
              </a:rPr>
              <a:t>Thank</a:t>
            </a:r>
            <a:r>
              <a:rPr sz="7250" b="1" spc="-26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z="7250" b="1" spc="-715" dirty="0">
                <a:solidFill>
                  <a:schemeClr val="tx1"/>
                </a:solidFill>
                <a:latin typeface="Times New Roman"/>
                <a:cs typeface="Times New Roman"/>
              </a:rPr>
              <a:t>Y</a:t>
            </a:r>
            <a:r>
              <a:rPr sz="7250" b="1" spc="30" dirty="0">
                <a:solidFill>
                  <a:schemeClr val="tx1"/>
                </a:solidFill>
                <a:latin typeface="Times New Roman"/>
                <a:cs typeface="Times New Roman"/>
              </a:rPr>
              <a:t>ou</a:t>
            </a:r>
            <a:endParaRPr sz="7250" b="1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80</TotalTime>
  <Words>214</Words>
  <Application>Microsoft Office PowerPoint</Application>
  <PresentationFormat>Custom</PresentationFormat>
  <Paragraphs>47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Arial MT</vt:lpstr>
      <vt:lpstr>Times New Roman</vt:lpstr>
      <vt:lpstr>Trebuchet MS</vt:lpstr>
      <vt:lpstr>Wingdings 3</vt:lpstr>
      <vt:lpstr>Facet</vt:lpstr>
      <vt:lpstr>Industry Internship</vt:lpstr>
      <vt:lpstr>About Cognizant</vt:lpstr>
      <vt:lpstr>Internship Details</vt:lpstr>
      <vt:lpstr>Internship Phases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IT_40_Om_Internship_Seminar</dc:title>
  <dc:creator>Om Telrandhe</dc:creator>
  <cp:lastModifiedBy>Mohan Telrandhe, OM (Contractor)</cp:lastModifiedBy>
  <cp:revision>6</cp:revision>
  <dcterms:created xsi:type="dcterms:W3CDTF">2026-04-16T06:04:08Z</dcterms:created>
  <dcterms:modified xsi:type="dcterms:W3CDTF">2026-04-17T04:50:45Z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2026-03-07T00:00:00Z</vt:filetime>
  </property>
  <property fmtid="{D5CDD505-2E9C-101B-9397-08002B2CF9AE}" pid="4" name="LastSaved">
    <vt:filetime>2026-04-16T00:00:00Z</vt:filetime>
  </property>
  <property fmtid="{D5CDD505-2E9C-101B-9397-08002B2CF9AE}" pid="5" name="Producer">
    <vt:lpwstr>Microsoft: Print To PDF</vt:lpwstr>
  </property>
</Properties>
</file>