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31251" y="1057656"/>
            <a:ext cx="1005840" cy="5659120"/>
          </a:xfrm>
          <a:custGeom>
            <a:avLst/>
            <a:gdLst/>
            <a:ahLst/>
            <a:cxnLst/>
            <a:rect l="l" t="t" r="r" b="b"/>
            <a:pathLst>
              <a:path w="1005840" h="5659120">
                <a:moveTo>
                  <a:pt x="0" y="0"/>
                </a:moveTo>
                <a:lnTo>
                  <a:pt x="1005840" y="5658611"/>
                </a:lnTo>
              </a:path>
            </a:pathLst>
          </a:custGeom>
          <a:ln w="7620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6126480" y="4094988"/>
            <a:ext cx="3930650" cy="2621280"/>
          </a:xfrm>
          <a:custGeom>
            <a:avLst/>
            <a:gdLst/>
            <a:ahLst/>
            <a:cxnLst/>
            <a:rect l="l" t="t" r="r" b="b"/>
            <a:pathLst>
              <a:path w="3930650" h="2621279">
                <a:moveTo>
                  <a:pt x="3930395" y="0"/>
                </a:moveTo>
                <a:lnTo>
                  <a:pt x="0" y="2621279"/>
                </a:lnTo>
              </a:path>
            </a:pathLst>
          </a:custGeom>
          <a:ln w="7620">
            <a:solidFill>
              <a:srgbClr val="D8D8D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492" y="1057656"/>
            <a:ext cx="2692907" cy="5658611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363211"/>
            <a:ext cx="374904" cy="23530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31251" y="1057656"/>
            <a:ext cx="1005840" cy="5659120"/>
          </a:xfrm>
          <a:custGeom>
            <a:avLst/>
            <a:gdLst/>
            <a:ahLst/>
            <a:cxnLst/>
            <a:rect l="l" t="t" r="r" b="b"/>
            <a:pathLst>
              <a:path w="1005840" h="5659120">
                <a:moveTo>
                  <a:pt x="0" y="0"/>
                </a:moveTo>
                <a:lnTo>
                  <a:pt x="1005840" y="5658611"/>
                </a:lnTo>
              </a:path>
            </a:pathLst>
          </a:custGeom>
          <a:ln w="7620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6126480" y="4094988"/>
            <a:ext cx="3930650" cy="2621280"/>
          </a:xfrm>
          <a:custGeom>
            <a:avLst/>
            <a:gdLst/>
            <a:ahLst/>
            <a:cxnLst/>
            <a:rect l="l" t="t" r="r" b="b"/>
            <a:pathLst>
              <a:path w="3930650" h="2621279">
                <a:moveTo>
                  <a:pt x="3930395" y="0"/>
                </a:moveTo>
                <a:lnTo>
                  <a:pt x="0" y="2621279"/>
                </a:lnTo>
              </a:path>
            </a:pathLst>
          </a:custGeom>
          <a:ln w="7620">
            <a:solidFill>
              <a:srgbClr val="D8D8D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492" y="1057656"/>
            <a:ext cx="2692907" cy="5658611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363211"/>
            <a:ext cx="374904" cy="23530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31251" y="1057656"/>
            <a:ext cx="1005840" cy="5659120"/>
          </a:xfrm>
          <a:custGeom>
            <a:avLst/>
            <a:gdLst/>
            <a:ahLst/>
            <a:cxnLst/>
            <a:rect l="l" t="t" r="r" b="b"/>
            <a:pathLst>
              <a:path w="1005840" h="5659120">
                <a:moveTo>
                  <a:pt x="0" y="0"/>
                </a:moveTo>
                <a:lnTo>
                  <a:pt x="1005840" y="5658611"/>
                </a:lnTo>
              </a:path>
            </a:pathLst>
          </a:custGeom>
          <a:ln w="7620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6126480" y="4094988"/>
            <a:ext cx="3930650" cy="2621280"/>
          </a:xfrm>
          <a:custGeom>
            <a:avLst/>
            <a:gdLst/>
            <a:ahLst/>
            <a:cxnLst/>
            <a:rect l="l" t="t" r="r" b="b"/>
            <a:pathLst>
              <a:path w="3930650" h="2621279">
                <a:moveTo>
                  <a:pt x="3930395" y="0"/>
                </a:moveTo>
                <a:lnTo>
                  <a:pt x="0" y="2621279"/>
                </a:lnTo>
              </a:path>
            </a:pathLst>
          </a:custGeom>
          <a:ln w="7620">
            <a:solidFill>
              <a:srgbClr val="D8D8D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65492" y="1057656"/>
            <a:ext cx="2692907" cy="565861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7478" y="1377207"/>
            <a:ext cx="5904865" cy="7496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0691" y="2736593"/>
            <a:ext cx="7482205" cy="2138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655"/>
            <a:ext cx="702564" cy="46802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806450">
              <a:lnSpc>
                <a:spcPct val="100000"/>
              </a:lnSpc>
              <a:spcBef>
                <a:spcPts val="110"/>
              </a:spcBef>
            </a:pPr>
            <a:r>
              <a:rPr dirty="0"/>
              <a:t>Industry</a:t>
            </a:r>
            <a:r>
              <a:rPr dirty="0" spc="-40"/>
              <a:t> </a:t>
            </a:r>
            <a:r>
              <a:rPr dirty="0" spc="-10"/>
              <a:t>Internship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00857" y="2318461"/>
            <a:ext cx="6120765" cy="3119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 marR="3127375">
              <a:lnSpc>
                <a:spcPct val="130200"/>
              </a:lnSpc>
              <a:spcBef>
                <a:spcPts val="100"/>
              </a:spcBef>
            </a:pPr>
            <a:r>
              <a:rPr dirty="0" sz="2300" b="1">
                <a:latin typeface="Times New Roman"/>
                <a:cs typeface="Times New Roman"/>
              </a:rPr>
              <a:t>Name:</a:t>
            </a:r>
            <a:r>
              <a:rPr dirty="0" sz="2300" spc="-10" b="1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Om</a:t>
            </a:r>
            <a:r>
              <a:rPr dirty="0" sz="2300" spc="-40">
                <a:latin typeface="Times New Roman"/>
                <a:cs typeface="Times New Roman"/>
              </a:rPr>
              <a:t> </a:t>
            </a:r>
            <a:r>
              <a:rPr dirty="0" sz="2300" spc="-10">
                <a:latin typeface="Times New Roman"/>
                <a:cs typeface="Times New Roman"/>
              </a:rPr>
              <a:t>Telrandhe </a:t>
            </a:r>
            <a:r>
              <a:rPr dirty="0" sz="2300" b="1">
                <a:latin typeface="Times New Roman"/>
                <a:cs typeface="Times New Roman"/>
              </a:rPr>
              <a:t>Branch/Sem:</a:t>
            </a:r>
            <a:r>
              <a:rPr dirty="0" sz="2300" spc="-20" b="1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IT</a:t>
            </a:r>
            <a:r>
              <a:rPr dirty="0" sz="2300" spc="-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8</a:t>
            </a:r>
            <a:r>
              <a:rPr dirty="0" baseline="25925" sz="2250">
                <a:latin typeface="Times New Roman"/>
                <a:cs typeface="Times New Roman"/>
              </a:rPr>
              <a:t>th</a:t>
            </a:r>
            <a:r>
              <a:rPr dirty="0" baseline="25925" sz="2250" spc="315">
                <a:latin typeface="Times New Roman"/>
                <a:cs typeface="Times New Roman"/>
              </a:rPr>
              <a:t> </a:t>
            </a:r>
            <a:r>
              <a:rPr dirty="0" sz="2300" spc="-25">
                <a:latin typeface="Times New Roman"/>
                <a:cs typeface="Times New Roman"/>
              </a:rPr>
              <a:t>Sem </a:t>
            </a:r>
            <a:r>
              <a:rPr dirty="0" sz="2300" b="1">
                <a:latin typeface="Times New Roman"/>
                <a:cs typeface="Times New Roman"/>
              </a:rPr>
              <a:t>Roll</a:t>
            </a:r>
            <a:r>
              <a:rPr dirty="0" sz="2300" spc="-15" b="1">
                <a:latin typeface="Times New Roman"/>
                <a:cs typeface="Times New Roman"/>
              </a:rPr>
              <a:t> </a:t>
            </a:r>
            <a:r>
              <a:rPr dirty="0" sz="2300" b="1">
                <a:latin typeface="Times New Roman"/>
                <a:cs typeface="Times New Roman"/>
              </a:rPr>
              <a:t>No.: </a:t>
            </a:r>
            <a:r>
              <a:rPr dirty="0" sz="2300" spc="-25">
                <a:latin typeface="Times New Roman"/>
                <a:cs typeface="Times New Roman"/>
              </a:rPr>
              <a:t>40</a:t>
            </a:r>
            <a:endParaRPr sz="2300">
              <a:latin typeface="Times New Roman"/>
              <a:cs typeface="Times New Roman"/>
            </a:endParaRPr>
          </a:p>
          <a:p>
            <a:pPr marL="25400" marR="17780">
              <a:lnSpc>
                <a:spcPct val="100400"/>
              </a:lnSpc>
              <a:spcBef>
                <a:spcPts val="830"/>
              </a:spcBef>
            </a:pPr>
            <a:r>
              <a:rPr dirty="0" sz="2300" b="1">
                <a:latin typeface="Times New Roman"/>
                <a:cs typeface="Times New Roman"/>
              </a:rPr>
              <a:t>College:</a:t>
            </a:r>
            <a:r>
              <a:rPr dirty="0" sz="2300" spc="-50" b="1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Shri</a:t>
            </a:r>
            <a:r>
              <a:rPr dirty="0" sz="2300" spc="-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Ramdeobaba</a:t>
            </a:r>
            <a:r>
              <a:rPr dirty="0" sz="2300" spc="-10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College</a:t>
            </a:r>
            <a:r>
              <a:rPr dirty="0" sz="2300" spc="-6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Of</a:t>
            </a:r>
            <a:r>
              <a:rPr dirty="0" sz="2300" spc="15">
                <a:latin typeface="Times New Roman"/>
                <a:cs typeface="Times New Roman"/>
              </a:rPr>
              <a:t> </a:t>
            </a:r>
            <a:r>
              <a:rPr dirty="0" sz="2300" spc="-10">
                <a:latin typeface="Times New Roman"/>
                <a:cs typeface="Times New Roman"/>
              </a:rPr>
              <a:t>Engineering </a:t>
            </a:r>
            <a:r>
              <a:rPr dirty="0" sz="2300">
                <a:latin typeface="Times New Roman"/>
                <a:cs typeface="Times New Roman"/>
              </a:rPr>
              <a:t>And</a:t>
            </a:r>
            <a:r>
              <a:rPr dirty="0" sz="2300" spc="-5">
                <a:latin typeface="Times New Roman"/>
                <a:cs typeface="Times New Roman"/>
              </a:rPr>
              <a:t> </a:t>
            </a:r>
            <a:r>
              <a:rPr dirty="0" sz="2300" spc="-10">
                <a:latin typeface="Times New Roman"/>
                <a:cs typeface="Times New Roman"/>
              </a:rPr>
              <a:t>Management</a:t>
            </a:r>
            <a:endParaRPr sz="23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840"/>
              </a:spcBef>
            </a:pPr>
            <a:r>
              <a:rPr dirty="0" sz="2300" b="1">
                <a:latin typeface="Times New Roman"/>
                <a:cs typeface="Times New Roman"/>
              </a:rPr>
              <a:t>Guide: </a:t>
            </a:r>
            <a:r>
              <a:rPr dirty="0" sz="2300">
                <a:latin typeface="Times New Roman"/>
                <a:cs typeface="Times New Roman"/>
              </a:rPr>
              <a:t>Prof.</a:t>
            </a:r>
            <a:r>
              <a:rPr dirty="0" sz="2300" spc="1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Deepali</a:t>
            </a:r>
            <a:r>
              <a:rPr dirty="0" sz="2300" spc="5">
                <a:latin typeface="Times New Roman"/>
                <a:cs typeface="Times New Roman"/>
              </a:rPr>
              <a:t> </a:t>
            </a:r>
            <a:r>
              <a:rPr dirty="0" sz="2300" spc="-10">
                <a:latin typeface="Times New Roman"/>
                <a:cs typeface="Times New Roman"/>
              </a:rPr>
              <a:t>Khatwar</a:t>
            </a:r>
            <a:endParaRPr sz="23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840"/>
              </a:spcBef>
            </a:pPr>
            <a:r>
              <a:rPr dirty="0" sz="2300" b="1">
                <a:latin typeface="Times New Roman"/>
                <a:cs typeface="Times New Roman"/>
              </a:rPr>
              <a:t>Company:</a:t>
            </a:r>
            <a:r>
              <a:rPr dirty="0" sz="2300" spc="15" b="1">
                <a:latin typeface="Times New Roman"/>
                <a:cs typeface="Times New Roman"/>
              </a:rPr>
              <a:t> </a:t>
            </a:r>
            <a:r>
              <a:rPr dirty="0" sz="2300" spc="-10">
                <a:latin typeface="Times New Roman"/>
                <a:cs typeface="Times New Roman"/>
              </a:rPr>
              <a:t>Cognizant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655"/>
            <a:ext cx="702564" cy="46802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536" rIns="0" bIns="0" rtlCol="0" vert="horz">
            <a:spAutoFit/>
          </a:bodyPr>
          <a:lstStyle/>
          <a:p>
            <a:pPr marL="533400">
              <a:lnSpc>
                <a:spcPct val="100000"/>
              </a:lnSpc>
              <a:spcBef>
                <a:spcPts val="110"/>
              </a:spcBef>
            </a:pPr>
            <a:r>
              <a:rPr dirty="0"/>
              <a:t>About </a:t>
            </a:r>
            <a:r>
              <a:rPr dirty="0" spc="-10"/>
              <a:t>Cognizant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37133" y="2687762"/>
            <a:ext cx="6858000" cy="2842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0525" marR="653415" indent="-378460">
              <a:lnSpc>
                <a:spcPct val="100499"/>
              </a:lnSpc>
              <a:spcBef>
                <a:spcPts val="100"/>
              </a:spcBef>
              <a:buFont typeface="Arial MT"/>
              <a:buChar char="•"/>
              <a:tabLst>
                <a:tab pos="390525" algn="l"/>
              </a:tabLst>
            </a:pPr>
            <a:r>
              <a:rPr dirty="0" sz="2300" b="1">
                <a:latin typeface="Times New Roman"/>
                <a:cs typeface="Times New Roman"/>
              </a:rPr>
              <a:t>Identity:</a:t>
            </a:r>
            <a:r>
              <a:rPr dirty="0" sz="2300" spc="5" b="1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US-based</a:t>
            </a:r>
            <a:r>
              <a:rPr dirty="0" sz="2300" spc="-30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multinational</a:t>
            </a:r>
            <a:r>
              <a:rPr dirty="0" sz="2300" spc="-2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IT</a:t>
            </a:r>
            <a:r>
              <a:rPr dirty="0" sz="2300" spc="-3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services</a:t>
            </a:r>
            <a:r>
              <a:rPr dirty="0" sz="2300" spc="20">
                <a:latin typeface="Times New Roman"/>
                <a:cs typeface="Times New Roman"/>
              </a:rPr>
              <a:t> </a:t>
            </a:r>
            <a:r>
              <a:rPr dirty="0" sz="2300" spc="-25">
                <a:latin typeface="Times New Roman"/>
                <a:cs typeface="Times New Roman"/>
              </a:rPr>
              <a:t>and </a:t>
            </a:r>
            <a:r>
              <a:rPr dirty="0" sz="2300">
                <a:latin typeface="Times New Roman"/>
                <a:cs typeface="Times New Roman"/>
              </a:rPr>
              <a:t>consulting</a:t>
            </a:r>
            <a:r>
              <a:rPr dirty="0" sz="2300" spc="-45">
                <a:latin typeface="Times New Roman"/>
                <a:cs typeface="Times New Roman"/>
              </a:rPr>
              <a:t> </a:t>
            </a:r>
            <a:r>
              <a:rPr dirty="0" sz="2300" spc="-10">
                <a:latin typeface="Times New Roman"/>
                <a:cs typeface="Times New Roman"/>
              </a:rPr>
              <a:t>leader.</a:t>
            </a:r>
            <a:endParaRPr sz="2300">
              <a:latin typeface="Times New Roman"/>
              <a:cs typeface="Times New Roman"/>
            </a:endParaRPr>
          </a:p>
          <a:p>
            <a:pPr marL="390525" marR="845819" indent="-378460">
              <a:lnSpc>
                <a:spcPct val="100400"/>
              </a:lnSpc>
              <a:buFont typeface="Arial MT"/>
              <a:buChar char="•"/>
              <a:tabLst>
                <a:tab pos="390525" algn="l"/>
              </a:tabLst>
            </a:pPr>
            <a:r>
              <a:rPr dirty="0" sz="2300" b="1">
                <a:latin typeface="Times New Roman"/>
                <a:cs typeface="Times New Roman"/>
              </a:rPr>
              <a:t>Focus:</a:t>
            </a:r>
            <a:r>
              <a:rPr dirty="0" sz="2300" spc="15" b="1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Digital</a:t>
            </a:r>
            <a:r>
              <a:rPr dirty="0" sz="2300" spc="10">
                <a:latin typeface="Times New Roman"/>
                <a:cs typeface="Times New Roman"/>
              </a:rPr>
              <a:t> </a:t>
            </a:r>
            <a:r>
              <a:rPr dirty="0" sz="2300" spc="-10">
                <a:latin typeface="Times New Roman"/>
                <a:cs typeface="Times New Roman"/>
              </a:rPr>
              <a:t>engineering,</a:t>
            </a:r>
            <a:r>
              <a:rPr dirty="0" sz="2300" spc="-140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AI/Data,</a:t>
            </a:r>
            <a:r>
              <a:rPr dirty="0" sz="2300" spc="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and</a:t>
            </a:r>
            <a:r>
              <a:rPr dirty="0" sz="2300" spc="-20">
                <a:latin typeface="Times New Roman"/>
                <a:cs typeface="Times New Roman"/>
              </a:rPr>
              <a:t> </a:t>
            </a:r>
            <a:r>
              <a:rPr dirty="0" sz="2300" spc="-10">
                <a:latin typeface="Times New Roman"/>
                <a:cs typeface="Times New Roman"/>
              </a:rPr>
              <a:t>Cloud modernization.</a:t>
            </a:r>
            <a:endParaRPr sz="2300">
              <a:latin typeface="Times New Roman"/>
              <a:cs typeface="Times New Roman"/>
            </a:endParaRPr>
          </a:p>
          <a:p>
            <a:pPr marL="390525" marR="619125" indent="-378460">
              <a:lnSpc>
                <a:spcPts val="2770"/>
              </a:lnSpc>
              <a:spcBef>
                <a:spcPts val="95"/>
              </a:spcBef>
              <a:buFont typeface="Arial MT"/>
              <a:buChar char="•"/>
              <a:tabLst>
                <a:tab pos="390525" algn="l"/>
              </a:tabLst>
            </a:pPr>
            <a:r>
              <a:rPr dirty="0" sz="2300" b="1">
                <a:latin typeface="Times New Roman"/>
                <a:cs typeface="Times New Roman"/>
              </a:rPr>
              <a:t>Goal:</a:t>
            </a:r>
            <a:r>
              <a:rPr dirty="0" sz="2300" spc="-20" b="1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Engineering</a:t>
            </a:r>
            <a:r>
              <a:rPr dirty="0" sz="2300" spc="-40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modern</a:t>
            </a:r>
            <a:r>
              <a:rPr dirty="0" sz="2300" spc="-1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businesses</a:t>
            </a:r>
            <a:r>
              <a:rPr dirty="0" sz="2300" spc="-3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to</a:t>
            </a:r>
            <a:r>
              <a:rPr dirty="0" sz="2300" spc="-15">
                <a:latin typeface="Times New Roman"/>
                <a:cs typeface="Times New Roman"/>
              </a:rPr>
              <a:t> </a:t>
            </a:r>
            <a:r>
              <a:rPr dirty="0" sz="2300" spc="-10">
                <a:latin typeface="Times New Roman"/>
                <a:cs typeface="Times New Roman"/>
              </a:rPr>
              <a:t>improve </a:t>
            </a:r>
            <a:r>
              <a:rPr dirty="0" sz="2300">
                <a:latin typeface="Times New Roman"/>
                <a:cs typeface="Times New Roman"/>
              </a:rPr>
              <a:t>everyday</a:t>
            </a:r>
            <a:r>
              <a:rPr dirty="0" sz="2300" spc="-35">
                <a:latin typeface="Times New Roman"/>
                <a:cs typeface="Times New Roman"/>
              </a:rPr>
              <a:t> </a:t>
            </a:r>
            <a:r>
              <a:rPr dirty="0" sz="2300" spc="-20">
                <a:latin typeface="Times New Roman"/>
                <a:cs typeface="Times New Roman"/>
              </a:rPr>
              <a:t>life.</a:t>
            </a:r>
            <a:endParaRPr sz="2300">
              <a:latin typeface="Times New Roman"/>
              <a:cs typeface="Times New Roman"/>
            </a:endParaRPr>
          </a:p>
          <a:p>
            <a:pPr marL="390525" marR="5080" indent="-378460">
              <a:lnSpc>
                <a:spcPts val="2770"/>
              </a:lnSpc>
              <a:spcBef>
                <a:spcPts val="5"/>
              </a:spcBef>
              <a:buFont typeface="Arial MT"/>
              <a:buChar char="•"/>
              <a:tabLst>
                <a:tab pos="390525" algn="l"/>
              </a:tabLst>
            </a:pPr>
            <a:r>
              <a:rPr dirty="0" sz="2300" spc="-20" b="1">
                <a:latin typeface="Times New Roman"/>
                <a:cs typeface="Times New Roman"/>
              </a:rPr>
              <a:t>Values:</a:t>
            </a:r>
            <a:r>
              <a:rPr dirty="0" sz="2300" spc="-45" b="1">
                <a:latin typeface="Times New Roman"/>
                <a:cs typeface="Times New Roman"/>
              </a:rPr>
              <a:t> </a:t>
            </a:r>
            <a:r>
              <a:rPr dirty="0" sz="2300" spc="-30" i="1">
                <a:latin typeface="Times New Roman"/>
                <a:cs typeface="Times New Roman"/>
              </a:rPr>
              <a:t>Work</a:t>
            </a:r>
            <a:r>
              <a:rPr dirty="0" sz="2300" spc="-25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as</a:t>
            </a:r>
            <a:r>
              <a:rPr dirty="0" sz="2300" spc="-40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One</a:t>
            </a:r>
            <a:r>
              <a:rPr dirty="0" sz="2300">
                <a:latin typeface="Times New Roman"/>
                <a:cs typeface="Times New Roman"/>
              </a:rPr>
              <a:t>,</a:t>
            </a:r>
            <a:r>
              <a:rPr dirty="0" sz="2300" spc="-40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Raise</a:t>
            </a:r>
            <a:r>
              <a:rPr dirty="0" sz="2300" spc="-50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the</a:t>
            </a:r>
            <a:r>
              <a:rPr dirty="0" sz="2300" spc="-25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Bar</a:t>
            </a:r>
            <a:r>
              <a:rPr dirty="0" sz="2300">
                <a:latin typeface="Times New Roman"/>
                <a:cs typeface="Times New Roman"/>
              </a:rPr>
              <a:t>,</a:t>
            </a:r>
            <a:r>
              <a:rPr dirty="0" sz="2300" spc="-35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Dare</a:t>
            </a:r>
            <a:r>
              <a:rPr dirty="0" sz="2300" spc="-50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to</a:t>
            </a:r>
            <a:r>
              <a:rPr dirty="0" sz="2300" spc="-25" i="1">
                <a:latin typeface="Times New Roman"/>
                <a:cs typeface="Times New Roman"/>
              </a:rPr>
              <a:t> </a:t>
            </a:r>
            <a:r>
              <a:rPr dirty="0" sz="2300" spc="-10" i="1">
                <a:latin typeface="Times New Roman"/>
                <a:cs typeface="Times New Roman"/>
              </a:rPr>
              <a:t>Innovate</a:t>
            </a:r>
            <a:r>
              <a:rPr dirty="0" sz="2300" spc="-10">
                <a:latin typeface="Times New Roman"/>
                <a:cs typeface="Times New Roman"/>
              </a:rPr>
              <a:t>, </a:t>
            </a:r>
            <a:r>
              <a:rPr dirty="0" sz="2300" i="1">
                <a:latin typeface="Times New Roman"/>
                <a:cs typeface="Times New Roman"/>
              </a:rPr>
              <a:t>Do</a:t>
            </a:r>
            <a:r>
              <a:rPr dirty="0" sz="2300" spc="10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the</a:t>
            </a:r>
            <a:r>
              <a:rPr dirty="0" sz="2300" spc="-20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Right</a:t>
            </a:r>
            <a:r>
              <a:rPr dirty="0" sz="2300" spc="-25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Thing</a:t>
            </a:r>
            <a:r>
              <a:rPr dirty="0" sz="2300">
                <a:latin typeface="Times New Roman"/>
                <a:cs typeface="Times New Roman"/>
              </a:rPr>
              <a:t>,</a:t>
            </a:r>
            <a:r>
              <a:rPr dirty="0" sz="2300" spc="-10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and</a:t>
            </a:r>
            <a:r>
              <a:rPr dirty="0" sz="2300" spc="-20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Own</a:t>
            </a:r>
            <a:r>
              <a:rPr dirty="0" sz="2300" spc="-5" i="1">
                <a:latin typeface="Times New Roman"/>
                <a:cs typeface="Times New Roman"/>
              </a:rPr>
              <a:t> </a:t>
            </a:r>
            <a:r>
              <a:rPr dirty="0" sz="2300" spc="-25" i="1">
                <a:latin typeface="Times New Roman"/>
                <a:cs typeface="Times New Roman"/>
              </a:rPr>
              <a:t>It</a:t>
            </a:r>
            <a:r>
              <a:rPr dirty="0" sz="2300" spc="-25">
                <a:latin typeface="Times New Roman"/>
                <a:cs typeface="Times New Roman"/>
              </a:rPr>
              <a:t>.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363211"/>
            <a:ext cx="374904" cy="235305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429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Internship</a:t>
            </a:r>
            <a:r>
              <a:rPr dirty="0" spc="-30"/>
              <a:t> </a:t>
            </a:r>
            <a:r>
              <a:rPr dirty="0" spc="-10"/>
              <a:t>Details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b="1">
                <a:latin typeface="Times New Roman"/>
                <a:cs typeface="Times New Roman"/>
              </a:rPr>
              <a:t>Internship</a:t>
            </a:r>
            <a:r>
              <a:rPr dirty="0" spc="-1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Duration: </a:t>
            </a:r>
            <a:r>
              <a:rPr dirty="0"/>
              <a:t>24/02/2026</a:t>
            </a:r>
            <a:r>
              <a:rPr dirty="0" spc="-35"/>
              <a:t> </a:t>
            </a:r>
            <a:r>
              <a:rPr dirty="0"/>
              <a:t>–</a:t>
            </a:r>
            <a:r>
              <a:rPr dirty="0" spc="10"/>
              <a:t> </a:t>
            </a:r>
            <a:r>
              <a:rPr dirty="0"/>
              <a:t>24/08/2026</a:t>
            </a:r>
            <a:r>
              <a:rPr dirty="0" spc="-35"/>
              <a:t> </a:t>
            </a:r>
            <a:r>
              <a:rPr dirty="0"/>
              <a:t>(3</a:t>
            </a:r>
            <a:r>
              <a:rPr dirty="0" spc="10"/>
              <a:t> </a:t>
            </a:r>
            <a:r>
              <a:rPr dirty="0"/>
              <a:t>-</a:t>
            </a:r>
            <a:r>
              <a:rPr dirty="0" spc="5"/>
              <a:t> </a:t>
            </a:r>
            <a:r>
              <a:rPr dirty="0"/>
              <a:t>6</a:t>
            </a:r>
            <a:r>
              <a:rPr dirty="0" spc="35"/>
              <a:t> </a:t>
            </a:r>
            <a:r>
              <a:rPr dirty="0" spc="-10"/>
              <a:t>Months)</a:t>
            </a:r>
          </a:p>
          <a:p>
            <a:pPr>
              <a:lnSpc>
                <a:spcPct val="100000"/>
              </a:lnSpc>
              <a:spcBef>
                <a:spcPts val="135"/>
              </a:spcBef>
            </a:p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b="1">
                <a:latin typeface="Times New Roman"/>
                <a:cs typeface="Times New Roman"/>
              </a:rPr>
              <a:t>Domain: </a:t>
            </a:r>
            <a:r>
              <a:rPr dirty="0"/>
              <a:t>SAP</a:t>
            </a:r>
            <a:r>
              <a:rPr dirty="0" spc="-50"/>
              <a:t> </a:t>
            </a:r>
            <a:r>
              <a:rPr dirty="0"/>
              <a:t>–</a:t>
            </a:r>
            <a:r>
              <a:rPr dirty="0" spc="-10"/>
              <a:t> </a:t>
            </a:r>
            <a:r>
              <a:rPr dirty="0" spc="-25"/>
              <a:t>MDG</a:t>
            </a:r>
          </a:p>
          <a:p>
            <a:pPr>
              <a:lnSpc>
                <a:spcPct val="100000"/>
              </a:lnSpc>
              <a:spcBef>
                <a:spcPts val="125"/>
              </a:spcBef>
            </a:pPr>
          </a:p>
          <a:p>
            <a:pPr marL="12700" marR="487045">
              <a:lnSpc>
                <a:spcPct val="100400"/>
              </a:lnSpc>
            </a:pPr>
            <a:r>
              <a:rPr dirty="0" spc="-30" b="1">
                <a:latin typeface="Times New Roman"/>
                <a:cs typeface="Times New Roman"/>
              </a:rPr>
              <a:t>Tech</a:t>
            </a:r>
            <a:r>
              <a:rPr dirty="0" spc="-3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Stack:</a:t>
            </a:r>
            <a:r>
              <a:rPr dirty="0" spc="-10" b="1">
                <a:latin typeface="Times New Roman"/>
                <a:cs typeface="Times New Roman"/>
              </a:rPr>
              <a:t> </a:t>
            </a:r>
            <a:r>
              <a:rPr dirty="0"/>
              <a:t>SQL, PL-SQL, Oracle</a:t>
            </a:r>
            <a:r>
              <a:rPr dirty="0" spc="-30"/>
              <a:t> </a:t>
            </a:r>
            <a:r>
              <a:rPr dirty="0" spc="-10"/>
              <a:t>Database,</a:t>
            </a:r>
            <a:r>
              <a:rPr dirty="0" spc="-160"/>
              <a:t> </a:t>
            </a:r>
            <a:r>
              <a:rPr dirty="0" spc="-30"/>
              <a:t>ABAP, </a:t>
            </a:r>
            <a:r>
              <a:rPr dirty="0" spc="-20"/>
              <a:t>SAP-</a:t>
            </a:r>
            <a:r>
              <a:rPr dirty="0" spc="-25"/>
              <a:t>MDG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429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Progress</a:t>
            </a:r>
            <a:r>
              <a:rPr dirty="0" spc="-90"/>
              <a:t> </a:t>
            </a:r>
            <a:r>
              <a:rPr dirty="0"/>
              <a:t>Since</a:t>
            </a:r>
            <a:r>
              <a:rPr dirty="0" spc="-90"/>
              <a:t> </a:t>
            </a:r>
            <a:r>
              <a:rPr dirty="0" spc="-10"/>
              <a:t>Onboarding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9886" y="2290082"/>
            <a:ext cx="3606165" cy="21386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2300" b="1">
                <a:latin typeface="Times New Roman"/>
                <a:cs typeface="Times New Roman"/>
              </a:rPr>
              <a:t>1</a:t>
            </a:r>
            <a:r>
              <a:rPr dirty="0" baseline="25925" sz="2250" b="1">
                <a:latin typeface="Times New Roman"/>
                <a:cs typeface="Times New Roman"/>
              </a:rPr>
              <a:t>st</a:t>
            </a:r>
            <a:r>
              <a:rPr dirty="0" baseline="25925" sz="2250" spc="262" b="1">
                <a:latin typeface="Times New Roman"/>
                <a:cs typeface="Times New Roman"/>
              </a:rPr>
              <a:t> </a:t>
            </a:r>
            <a:r>
              <a:rPr dirty="0" sz="2300" spc="-20" b="1">
                <a:latin typeface="Times New Roman"/>
                <a:cs typeface="Times New Roman"/>
              </a:rPr>
              <a:t>Week:</a:t>
            </a:r>
            <a:endParaRPr sz="2300">
              <a:latin typeface="Times New Roman"/>
              <a:cs typeface="Times New Roman"/>
            </a:endParaRPr>
          </a:p>
          <a:p>
            <a:pPr marL="415925" indent="-377825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415925" algn="l"/>
              </a:tabLst>
            </a:pPr>
            <a:r>
              <a:rPr dirty="0" sz="2300">
                <a:latin typeface="Times New Roman"/>
                <a:cs typeface="Times New Roman"/>
              </a:rPr>
              <a:t>Orientation</a:t>
            </a:r>
            <a:r>
              <a:rPr dirty="0" sz="2300" spc="-2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and</a:t>
            </a:r>
            <a:r>
              <a:rPr dirty="0" sz="2300" spc="-20">
                <a:latin typeface="Times New Roman"/>
                <a:cs typeface="Times New Roman"/>
              </a:rPr>
              <a:t> </a:t>
            </a:r>
            <a:r>
              <a:rPr dirty="0" sz="2300" spc="-10">
                <a:latin typeface="Times New Roman"/>
                <a:cs typeface="Times New Roman"/>
              </a:rPr>
              <a:t>Guidance</a:t>
            </a:r>
            <a:endParaRPr sz="2300">
              <a:latin typeface="Times New Roman"/>
              <a:cs typeface="Times New Roman"/>
            </a:endParaRPr>
          </a:p>
          <a:p>
            <a:pPr marL="415925" indent="-377825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415925" algn="l"/>
              </a:tabLst>
            </a:pPr>
            <a:r>
              <a:rPr dirty="0" sz="2300">
                <a:latin typeface="Times New Roman"/>
                <a:cs typeface="Times New Roman"/>
              </a:rPr>
              <a:t>Document</a:t>
            </a:r>
            <a:r>
              <a:rPr dirty="0" sz="2300" spc="-90">
                <a:latin typeface="Times New Roman"/>
                <a:cs typeface="Times New Roman"/>
              </a:rPr>
              <a:t> </a:t>
            </a:r>
            <a:r>
              <a:rPr dirty="0" sz="2300" spc="-10">
                <a:latin typeface="Times New Roman"/>
                <a:cs typeface="Times New Roman"/>
              </a:rPr>
              <a:t>Verification</a:t>
            </a:r>
            <a:endParaRPr sz="2300">
              <a:latin typeface="Times New Roman"/>
              <a:cs typeface="Times New Roman"/>
            </a:endParaRPr>
          </a:p>
          <a:p>
            <a:pPr marL="415925" indent="-377825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415925" algn="l"/>
              </a:tabLst>
            </a:pPr>
            <a:r>
              <a:rPr dirty="0" sz="2300">
                <a:latin typeface="Times New Roman"/>
                <a:cs typeface="Times New Roman"/>
              </a:rPr>
              <a:t>Leadership</a:t>
            </a:r>
            <a:r>
              <a:rPr dirty="0" sz="2300" spc="-75">
                <a:latin typeface="Times New Roman"/>
                <a:cs typeface="Times New Roman"/>
              </a:rPr>
              <a:t> </a:t>
            </a:r>
            <a:r>
              <a:rPr dirty="0" sz="2300" spc="-20">
                <a:latin typeface="Times New Roman"/>
                <a:cs typeface="Times New Roman"/>
              </a:rPr>
              <a:t>Talks</a:t>
            </a:r>
            <a:endParaRPr sz="2300">
              <a:latin typeface="Times New Roman"/>
              <a:cs typeface="Times New Roman"/>
            </a:endParaRPr>
          </a:p>
          <a:p>
            <a:pPr marL="415925" indent="-377825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415925" algn="l"/>
              </a:tabLst>
            </a:pPr>
            <a:r>
              <a:rPr dirty="0" sz="2300" spc="-10">
                <a:latin typeface="Times New Roman"/>
                <a:cs typeface="Times New Roman"/>
              </a:rPr>
              <a:t>Team</a:t>
            </a:r>
            <a:r>
              <a:rPr dirty="0" sz="2300" spc="-65">
                <a:latin typeface="Times New Roman"/>
                <a:cs typeface="Times New Roman"/>
              </a:rPr>
              <a:t> </a:t>
            </a:r>
            <a:r>
              <a:rPr dirty="0" sz="2300" spc="-10">
                <a:latin typeface="Times New Roman"/>
                <a:cs typeface="Times New Roman"/>
              </a:rPr>
              <a:t>Building</a:t>
            </a:r>
            <a:r>
              <a:rPr dirty="0" sz="2300" spc="-135">
                <a:latin typeface="Times New Roman"/>
                <a:cs typeface="Times New Roman"/>
              </a:rPr>
              <a:t> </a:t>
            </a:r>
            <a:r>
              <a:rPr dirty="0" sz="2300" spc="-10">
                <a:latin typeface="Times New Roman"/>
                <a:cs typeface="Times New Roman"/>
              </a:rPr>
              <a:t>Activities</a:t>
            </a:r>
            <a:endParaRPr sz="2300">
              <a:latin typeface="Times New Roman"/>
              <a:cs typeface="Times New Roman"/>
            </a:endParaRPr>
          </a:p>
          <a:p>
            <a:pPr marL="415925" indent="-377825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415925" algn="l"/>
              </a:tabLst>
            </a:pPr>
            <a:r>
              <a:rPr dirty="0" sz="2300">
                <a:latin typeface="Times New Roman"/>
                <a:cs typeface="Times New Roman"/>
              </a:rPr>
              <a:t>Personal</a:t>
            </a:r>
            <a:r>
              <a:rPr dirty="0" sz="2300" spc="-20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Skill</a:t>
            </a:r>
            <a:r>
              <a:rPr dirty="0" sz="2300" spc="-20">
                <a:latin typeface="Times New Roman"/>
                <a:cs typeface="Times New Roman"/>
              </a:rPr>
              <a:t> </a:t>
            </a:r>
            <a:r>
              <a:rPr dirty="0" sz="2300" spc="-10">
                <a:latin typeface="Times New Roman"/>
                <a:cs typeface="Times New Roman"/>
              </a:rPr>
              <a:t>Devlopment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01234" y="3972575"/>
            <a:ext cx="1310005" cy="3784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2300" b="1">
                <a:latin typeface="Times New Roman"/>
                <a:cs typeface="Times New Roman"/>
              </a:rPr>
              <a:t>2</a:t>
            </a:r>
            <a:r>
              <a:rPr dirty="0" baseline="25925" sz="2250" b="1">
                <a:latin typeface="Times New Roman"/>
                <a:cs typeface="Times New Roman"/>
              </a:rPr>
              <a:t>nd</a:t>
            </a:r>
            <a:r>
              <a:rPr dirty="0" baseline="25925" sz="2250" spc="284" b="1">
                <a:latin typeface="Times New Roman"/>
                <a:cs typeface="Times New Roman"/>
              </a:rPr>
              <a:t> </a:t>
            </a:r>
            <a:r>
              <a:rPr dirty="0" sz="2300" spc="-20" b="1">
                <a:latin typeface="Times New Roman"/>
                <a:cs typeface="Times New Roman"/>
              </a:rPr>
              <a:t>Week: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53389" y="4324585"/>
            <a:ext cx="3606800" cy="17868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90525" marR="5080" indent="-378460">
              <a:lnSpc>
                <a:spcPct val="100400"/>
              </a:lnSpc>
              <a:spcBef>
                <a:spcPts val="105"/>
              </a:spcBef>
              <a:buFont typeface="Arial MT"/>
              <a:buChar char="•"/>
              <a:tabLst>
                <a:tab pos="390525" algn="l"/>
              </a:tabLst>
            </a:pPr>
            <a:r>
              <a:rPr dirty="0" sz="2300">
                <a:latin typeface="Times New Roman"/>
                <a:cs typeface="Times New Roman"/>
              </a:rPr>
              <a:t>Profession</a:t>
            </a:r>
            <a:r>
              <a:rPr dirty="0" sz="2300" spc="-20">
                <a:latin typeface="Times New Roman"/>
                <a:cs typeface="Times New Roman"/>
              </a:rPr>
              <a:t> </a:t>
            </a:r>
            <a:r>
              <a:rPr dirty="0" sz="2300" spc="-10">
                <a:latin typeface="Times New Roman"/>
                <a:cs typeface="Times New Roman"/>
              </a:rPr>
              <a:t>Communication Training</a:t>
            </a:r>
            <a:endParaRPr sz="2300">
              <a:latin typeface="Times New Roman"/>
              <a:cs typeface="Times New Roman"/>
            </a:endParaRPr>
          </a:p>
          <a:p>
            <a:pPr marL="390525" indent="-377825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390525" algn="l"/>
              </a:tabLst>
            </a:pPr>
            <a:r>
              <a:rPr dirty="0" sz="2300">
                <a:latin typeface="Times New Roman"/>
                <a:cs typeface="Times New Roman"/>
              </a:rPr>
              <a:t>Important</a:t>
            </a:r>
            <a:r>
              <a:rPr dirty="0" sz="2300" spc="-25">
                <a:latin typeface="Times New Roman"/>
                <a:cs typeface="Times New Roman"/>
              </a:rPr>
              <a:t> </a:t>
            </a:r>
            <a:r>
              <a:rPr dirty="0" sz="2300" spc="-10">
                <a:latin typeface="Times New Roman"/>
                <a:cs typeface="Times New Roman"/>
              </a:rPr>
              <a:t>Sessions</a:t>
            </a:r>
            <a:endParaRPr sz="2300">
              <a:latin typeface="Times New Roman"/>
              <a:cs typeface="Times New Roman"/>
            </a:endParaRPr>
          </a:p>
          <a:p>
            <a:pPr marL="390525" indent="-377825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390525" algn="l"/>
              </a:tabLst>
            </a:pPr>
            <a:r>
              <a:rPr dirty="0" sz="2300" spc="-10">
                <a:latin typeface="Times New Roman"/>
                <a:cs typeface="Times New Roman"/>
              </a:rPr>
              <a:t>Domain</a:t>
            </a:r>
            <a:r>
              <a:rPr dirty="0" sz="2300" spc="-110">
                <a:latin typeface="Times New Roman"/>
                <a:cs typeface="Times New Roman"/>
              </a:rPr>
              <a:t> </a:t>
            </a:r>
            <a:r>
              <a:rPr dirty="0" sz="2300" spc="-10">
                <a:latin typeface="Times New Roman"/>
                <a:cs typeface="Times New Roman"/>
              </a:rPr>
              <a:t>Allocation</a:t>
            </a:r>
            <a:endParaRPr sz="2300">
              <a:latin typeface="Times New Roman"/>
              <a:cs typeface="Times New Roman"/>
            </a:endParaRPr>
          </a:p>
          <a:p>
            <a:pPr marL="390525" indent="-377825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390525" algn="l"/>
              </a:tabLst>
            </a:pPr>
            <a:r>
              <a:rPr dirty="0" sz="2300">
                <a:latin typeface="Times New Roman"/>
                <a:cs typeface="Times New Roman"/>
              </a:rPr>
              <a:t>Guide</a:t>
            </a:r>
            <a:r>
              <a:rPr dirty="0" sz="2300" spc="-145">
                <a:latin typeface="Times New Roman"/>
                <a:cs typeface="Times New Roman"/>
              </a:rPr>
              <a:t> </a:t>
            </a:r>
            <a:r>
              <a:rPr dirty="0" sz="2300" spc="-10">
                <a:latin typeface="Times New Roman"/>
                <a:cs typeface="Times New Roman"/>
              </a:rPr>
              <a:t>Allocation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84927" y="2861407"/>
            <a:ext cx="4073525" cy="113220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250" b="0">
                <a:latin typeface="Times New Roman"/>
                <a:cs typeface="Times New Roman"/>
              </a:rPr>
              <a:t>Thank</a:t>
            </a:r>
            <a:r>
              <a:rPr dirty="0" sz="7250" spc="-260" b="0">
                <a:latin typeface="Times New Roman"/>
                <a:cs typeface="Times New Roman"/>
              </a:rPr>
              <a:t> </a:t>
            </a:r>
            <a:r>
              <a:rPr dirty="0" sz="7250" spc="-715" b="0">
                <a:latin typeface="Times New Roman"/>
                <a:cs typeface="Times New Roman"/>
              </a:rPr>
              <a:t>Y</a:t>
            </a:r>
            <a:r>
              <a:rPr dirty="0" sz="7250" spc="30" b="0">
                <a:latin typeface="Times New Roman"/>
                <a:cs typeface="Times New Roman"/>
              </a:rPr>
              <a:t>ou</a:t>
            </a:r>
            <a:endParaRPr sz="72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Om Telrandhe</dc:creator>
  <dc:title>Microsoft PowerPoint - IT_40_Om_Internship_Seminar</dc:title>
  <dcterms:created xsi:type="dcterms:W3CDTF">2026-04-16T06:04:08Z</dcterms:created>
  <dcterms:modified xsi:type="dcterms:W3CDTF">2026-04-16T06:04:08Z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2026-03-07T00:00:00Z</vt:filetime>
  </property>
  <property fmtid="{D5CDD505-2E9C-101B-9397-08002B2CF9AE}" pid="4" name="LastSaved">
    <vt:filetime>2026-04-16T00:00:00Z</vt:filetime>
  </property>
  <property fmtid="{D5CDD505-2E9C-101B-9397-08002B2CF9AE}" pid="5" name="Producer">
    <vt:lpwstr>Microsoft: Print To PDF</vt:lpwstr>
  </property>
</Properties>
</file>